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598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8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78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0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6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34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082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93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42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3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93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142ED-78F2-48DA-B308-B5654F8FEBA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A5798-A0B3-4F98-8539-545DB0736C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7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">
              <a:schemeClr val="accent1">
                <a:lumMod val="50000"/>
              </a:schemeClr>
            </a:gs>
            <a:gs pos="100000">
              <a:schemeClr val="accent1">
                <a:lumMod val="50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372" y="1701556"/>
            <a:ext cx="10515600" cy="2842309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                        CAPSTONE PROJECT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03794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 smtClean="0"/>
              <a:t>                       </a:t>
            </a:r>
            <a:r>
              <a:rPr lang="en-US" sz="6000" b="1" dirty="0" smtClean="0"/>
              <a:t>SUPER STORE SALES</a:t>
            </a:r>
            <a:br>
              <a:rPr lang="en-US" sz="6000" b="1" dirty="0" smtClean="0"/>
            </a:br>
            <a:r>
              <a:rPr lang="en-US" sz="6000" b="1" dirty="0"/>
              <a:t> </a:t>
            </a:r>
            <a:r>
              <a:rPr lang="en-US" sz="6000" b="1" dirty="0" smtClean="0"/>
              <a:t>                           ANALYSIS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216743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282612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b="1" dirty="0" smtClean="0"/>
              <a:t>DATA PREPROCESSING</a:t>
            </a:r>
            <a:endParaRPr lang="en-IN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2333685"/>
            <a:ext cx="12192000" cy="452431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analyzing the Superstore dataset to gain insights into sales, profits, and product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</a:t>
            </a:r>
            <a:r>
              <a:rPr lang="en-US" altLang="en-US" sz="3200" dirty="0" smtClean="0">
                <a:latin typeface="Arial" panose="020B0604020202020204" pitchFamily="34" charset="0"/>
              </a:rPr>
              <a:t>     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in Google Colab was utilized for data preprocessing, cleaning, and exploratory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</a:t>
            </a:r>
            <a:r>
              <a:rPr lang="en-US" altLang="en-US" sz="3200" dirty="0" smtClean="0">
                <a:latin typeface="Arial" panose="020B0604020202020204" pitchFamily="34" charset="0"/>
              </a:rPr>
              <a:t>      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 </a:t>
            </a:r>
            <a:r>
              <a:rPr lang="en-US" altLang="en-US" sz="3200" dirty="0" smtClean="0">
                <a:latin typeface="Arial" panose="020B0604020202020204" pitchFamily="34" charset="0"/>
              </a:rPr>
              <a:t>    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includes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order_id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sales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profit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category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sub_category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region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order_date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 smtClean="0"/>
              <a:t>     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objective is to understand trends, identify patterns, and predict profit using Linear Regression. 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56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2222694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 smtClean="0"/>
              <a:t>                                      </a:t>
            </a:r>
            <a:r>
              <a:rPr lang="en-US" b="1" dirty="0" smtClean="0"/>
              <a:t>GRAPHS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0" y="2222695"/>
            <a:ext cx="12192000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Scatter Plot (Sales vs Profit):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    </a:t>
            </a:r>
            <a:r>
              <a:rPr lang="en-US" sz="2800" dirty="0" smtClean="0"/>
              <a:t>A scatter plot was created to examine the relationship between sales and profit.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This visualization helps detect correlations, trends, and outliers, providing a clear view of how profit responds to different sales levels.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0" y="3977021"/>
            <a:ext cx="12192000" cy="31085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Pie Chart &amp; Box Plot by Category:</a:t>
            </a:r>
            <a:r>
              <a:rPr lang="en-US" sz="2800" dirty="0" smtClean="0">
                <a:solidFill>
                  <a:srgbClr val="C00000"/>
                </a:solidFill>
              </a:rPr>
              <a:t/>
            </a:r>
            <a:br>
              <a:rPr lang="en-US" sz="2800" dirty="0" smtClean="0">
                <a:solidFill>
                  <a:srgbClr val="C00000"/>
                </a:solidFill>
              </a:rPr>
            </a:br>
            <a:r>
              <a:rPr lang="en-US" sz="2800" dirty="0" smtClean="0"/>
              <a:t>     A pie chart displayed the proportion of sales contributed by each category.  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</a:t>
            </a:r>
          </a:p>
          <a:p>
            <a:r>
              <a:rPr lang="en-US" sz="2800" dirty="0" smtClean="0"/>
              <a:t>The box plot analyzed profit distribution across categories, highlighting the median, quartiles, and outliers.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</a:t>
            </a:r>
          </a:p>
          <a:p>
            <a:r>
              <a:rPr lang="en-US" sz="2800" dirty="0" smtClean="0"/>
              <a:t>These charts aid in identifying high-performing and risky categories.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745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41845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US" b="1" dirty="0" smtClean="0"/>
              <a:t>                              LINEAR REGRESSION</a:t>
            </a:r>
            <a:endParaRPr lang="en-IN" sz="1600" b="1" dirty="0"/>
          </a:p>
        </p:txBody>
      </p:sp>
      <p:sp>
        <p:nvSpPr>
          <p:cNvPr id="3" name="Rectangle 2"/>
          <p:cNvSpPr/>
          <p:nvPr/>
        </p:nvSpPr>
        <p:spPr>
          <a:xfrm>
            <a:off x="0" y="3418450"/>
            <a:ext cx="12192000" cy="397031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3600" dirty="0" smtClean="0"/>
              <a:t>    Linear Regression was employed to predict profit based on selected features like sales and quantity.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</a:t>
            </a:r>
          </a:p>
          <a:p>
            <a:r>
              <a:rPr lang="en-US" sz="3600" dirty="0" smtClean="0"/>
              <a:t>       The model allows the quantification of how these factors influence profit, providing a predictive tool for business insights.</a:t>
            </a:r>
          </a:p>
          <a:p>
            <a:endParaRPr lang="en-US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0945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 smtClean="0"/>
              <a:t>             FEATURE SELECTION &amp; SCALING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0" y="1690689"/>
            <a:ext cx="12192000" cy="50783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endParaRPr lang="en-US" sz="3600" dirty="0" smtClean="0"/>
          </a:p>
          <a:p>
            <a:endParaRPr lang="en-US" sz="3600" dirty="0"/>
          </a:p>
          <a:p>
            <a:r>
              <a:rPr lang="en-US" sz="3600" dirty="0" smtClean="0"/>
              <a:t>          We split the data into training and testing sets. 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 Scaling the features ensured the model learned efficiently and produced accurate predictions.</a:t>
            </a:r>
          </a:p>
          <a:p>
            <a:endParaRPr lang="en-US" sz="3600" dirty="0"/>
          </a:p>
          <a:p>
            <a:endParaRPr lang="en-US" sz="3600" dirty="0" smtClean="0"/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1844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205388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 dirty="0" smtClean="0"/>
              <a:t>                           MODEL EVALUATION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0" y="2053884"/>
            <a:ext cx="12192000" cy="50783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3600" dirty="0" smtClean="0"/>
              <a:t>        </a:t>
            </a:r>
          </a:p>
          <a:p>
            <a:endParaRPr lang="en-US" sz="3600" dirty="0"/>
          </a:p>
          <a:p>
            <a:r>
              <a:rPr lang="en-US" sz="3600" dirty="0" smtClean="0"/>
              <a:t>         Finally, we evaluated the model using R² Score and Mean Squared Error. 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By comparing predicted and actual profits, we could see how well the model works. 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     This shows how data analysis and machine learning together help make smarter business decisions.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9621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226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Office Theme</vt:lpstr>
      <vt:lpstr>                        CAPSTONE PROJECT</vt:lpstr>
      <vt:lpstr>                       SUPER STORE SALES                             ANALYSIS</vt:lpstr>
      <vt:lpstr>                       DATA PREPROCESSING</vt:lpstr>
      <vt:lpstr>                                      GRAPHS</vt:lpstr>
      <vt:lpstr>                              LINEAR REGRESSION</vt:lpstr>
      <vt:lpstr>             FEATURE SELECTION &amp; SCALING</vt:lpstr>
      <vt:lpstr>                           MODEL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creator>DELL</dc:creator>
  <cp:lastModifiedBy>DELL</cp:lastModifiedBy>
  <cp:revision>6</cp:revision>
  <dcterms:created xsi:type="dcterms:W3CDTF">2026-02-28T15:59:51Z</dcterms:created>
  <dcterms:modified xsi:type="dcterms:W3CDTF">2026-02-28T18:20:29Z</dcterms:modified>
</cp:coreProperties>
</file>